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Helvetica Neue"/>
              </a:rPr>
              <a:t>Code-Switching as a Controlled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A5A5A"/>
                </a:solidFill>
                <a:latin typeface="Helvetica Neue"/>
              </a:rPr>
              <a:t>Hebrew–English mixing degrades sentiment classification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5A5A5A"/>
                </a:solidFill>
                <a:latin typeface="Helvetica Neue"/>
              </a:rPr>
              <a:t>and displaces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5A5A"/>
                </a:solidFill>
                <a:latin typeface="Helvetica Neue"/>
              </a:rPr>
              <a:t>Aviv Barel  ·  Reichman University  ·  NLP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Israeli tech Slack is not Hebrew. It is Hebrew ⇄ English.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״הdeployment קרס באמצע הלילה״ — Hebrew syntax, English noun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Models are validated on clean Hebrew or clean English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Real workplace text is neither — so reported accuracy may be optimistic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Open question: how MUCH mixing breaks a model, and is it gradual or a cliff?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GAP IN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Prior work treats code-mixing as binary. We make it a dial.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SemEval-2020 Task 9 (SentiMix): Hinglish/Spanglish sentiment — mixed or not mixed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GLUECoS / LinCE: standard benchmarks — no Hebrew–English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Our framing: hold meaning FIXED, vary mixing 0 → 30 → 60 → 100%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Turns “harder” into a dose–response curve that localises the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105 seeds × 4 mixing levels = 420 items, meaning held constant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Israeli tech registers: deploys, standups, code review, incidents, hiring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0% pure Hebrew · 30% English nouns · 60% frequent alternation · 100% English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Mixing level is a manipulated variable, not a corpus property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Sentences: LLM-generated from hand-written seeds, not scraped Slack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Labels: human reviewer + LLM reviewer (Claude), with the human adjudicating disagreements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RESULT 1 — GEOMETRY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Mixing displaces sentences in embedding space</a:t>
            </a:r>
          </a:p>
        </p:txBody>
      </p:sp>
      <p:pic>
        <p:nvPicPr>
          <p:cNvPr id="4" name="Picture 3" descr="fig1_embedding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413" y="1920240"/>
            <a:ext cx="5616868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Helvetica Neue"/>
              </a:rPr>
              <a:t>DictaBERT (Hebrew-specific) drifts ~2× further than multilingual mmBERT.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RESULT 2 —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Pure-Hebrew training collapses; mixed training does not</a:t>
            </a:r>
          </a:p>
        </p:txBody>
      </p:sp>
      <p:pic>
        <p:nvPicPr>
          <p:cNvPr id="4" name="Picture 3" descr="fig2_accuracy_vs_mi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986" y="1920240"/>
            <a:ext cx="6953723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Helvetica Neue"/>
              </a:rPr>
              <a:t>Cond. A degrades significantly (p=.042 / p=.019). Cond. B: trend gone.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RESULT 3 —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Drift predicts accuracy loss</a:t>
            </a:r>
          </a:p>
        </p:txBody>
      </p:sp>
      <p:pic>
        <p:nvPicPr>
          <p:cNvPr id="4" name="Picture 3" descr="fig3_drift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227" y="1920240"/>
            <a:ext cx="4857241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Helvetica Neue"/>
              </a:rPr>
              <a:t>ρ=0.93 (n=6, descriptive) — and the model that drifts more degrades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IS IT JUST SENTIMENT?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Recognizing paraphrases gets harder too</a:t>
            </a:r>
          </a:p>
        </p:txBody>
      </p:sp>
      <p:pic>
        <p:nvPicPr>
          <p:cNvPr id="4" name="Picture 3" descr="fig4_semantic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41" y="1920240"/>
            <a:ext cx="6859012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Helvetica Neue"/>
              </a:rPr>
              <a:t>No new training needed. Same 30–60% break point shows up again.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WHAT WE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Helvetica Neue"/>
              </a:rPr>
              <a:t>Five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The break is between 30% and 60% mixing — lexical borrowing is fine, structural alternation is harder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Hebrew-SPECIFIC is WORSE than multilingual here: specialisation appears to be a liability under code-switching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Mixed-data fine-tuning recovers it: 0.59→0.94 (mmBERT), 0.42→0.84 (DictaBERT), p&lt;1e-5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Embedding drift is consistent with a contributing mechanism behind the accuracy loss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2000">
                <a:solidFill>
                  <a:srgbClr val="1A1A1A"/>
                </a:solidFill>
                <a:latin typeface="Helvetica Neue"/>
              </a:rPr>
              <a:t>•  The same break shows up in a complementary, label-free test (same-meaning check) — not a fluke of one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A5A5A"/>
                </a:solidFill>
                <a:latin typeface="Helvetica Neue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A1A1A"/>
                </a:solidFill>
                <a:latin typeface="Helvetica Neue"/>
              </a:rPr>
              <a:t>A Hebrew-tuned model validated on clean Hebrew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A1A1A"/>
                </a:solidFill>
                <a:latin typeface="Helvetica Neue"/>
              </a:rPr>
              <a:t>will overstate its performance on real Israeli workplace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55E00"/>
                </a:solidFill>
                <a:latin typeface="Helvetica Neue"/>
              </a:rPr>
              <a:t>A simple and effective fix in our setting is to put mixed-language data in the training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Helvetica Neue"/>
              </a:rPr>
              <a:t>Code, data, and analysis notebook: see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